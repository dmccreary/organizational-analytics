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491"/>
    <p:restoredTop sz="94694"/>
  </p:normalViewPr>
  <p:slideViewPr>
    <p:cSldViewPr snapToGrid="0">
      <p:cViewPr varScale="1">
        <p:scale>
          <a:sx n="107" d="100"/>
          <a:sy n="107" d="100"/>
        </p:scale>
        <p:origin x="107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0D7C6-8EC3-5F6B-8B7A-433D9589B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3FCA31-AFD3-3C82-3268-441BCA877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793AC-A4D7-CA0B-6F96-753132702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3769-B90C-A441-B3DC-F2121E2A340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4737F-8363-9DC5-07C9-02D0020B5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365F8-3D81-2D1D-93AE-DAF78B592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ADD4-6E4E-3648-AA5A-1864A1C3E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778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1B3B1-F258-55C2-DCD1-78E22B659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B4B04-4301-8938-90CA-5F2C51582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8FA9D-5E62-9A42-546F-6479FCA2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3769-B90C-A441-B3DC-F2121E2A340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F89F8-9877-5040-D291-1485C9D27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F7A01-4387-C494-5304-32C58C6F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ADD4-6E4E-3648-AA5A-1864A1C3E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83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B142C-4785-7E0D-70CE-C96699396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708BC-A9D7-6544-DFCD-F020EC0D1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35C90-FB06-9E15-AC61-5CA9108D3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3769-B90C-A441-B3DC-F2121E2A340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933A5-F8C6-D3D7-0A96-AB0BF0D2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85E82-CEB3-D9F2-784D-77919F1A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ADD4-6E4E-3648-AA5A-1864A1C3E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978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27C97-420C-BAA8-1F77-35B57C473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D7991-D4E1-7B5A-6B6C-22BAE7C44D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FC7F3-DFC1-F97F-3236-BE3FE3D00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104F5-46E8-6BE0-5D63-E05BCEA64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3769-B90C-A441-B3DC-F2121E2A3405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B283F-85B4-1ACD-64DB-37C8F162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6D789-AA39-7681-1DC5-3623494E3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ADD4-6E4E-3648-AA5A-1864A1C3E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4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155A5-A2C5-BA81-CE9E-51577EACB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FB06C-3DC4-A14D-50E7-F58CADD47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DA586-92DE-F1D0-189B-1F8064F94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18411A-4E43-9DCD-5E18-DDE3AB6FB8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99FBEE-CCE1-89F3-38A5-E8FA65891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820F5F-72E9-37EF-6A85-4F9F1B5D7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3769-B90C-A441-B3DC-F2121E2A3405}" type="datetimeFigureOut">
              <a:rPr lang="en-US" smtClean="0"/>
              <a:t>2/7/26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619569-41F0-8EEC-0D84-23E3D2F46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F202FC-803E-661A-B519-06316F9D9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ADD4-6E4E-3648-AA5A-1864A1C3E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200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DE2A-CB78-F990-3346-8C3106E03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AF1021-D0B3-59DB-FCE9-EB999212C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3769-B90C-A441-B3DC-F2121E2A3405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A9C014-3E8F-3A98-0114-2AB8B435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9AE2-336C-B101-07D1-60E8DE7D5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ADD4-6E4E-3648-AA5A-1864A1C3E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90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6ED39C-13E3-C043-468B-6201428F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3769-B90C-A441-B3DC-F2121E2A3405}" type="datetimeFigureOut">
              <a:rPr lang="en-US" smtClean="0"/>
              <a:t>2/7/26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41D52-2D4C-35E0-7602-6EB25159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8350E-5268-5490-AA7D-FBAB9149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ADD4-6E4E-3648-AA5A-1864A1C3E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25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83073-7992-40D9-93F9-7F5D6ADCC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8AC24-BF17-B3B1-BDD1-854DE61B8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80783-CC18-AFEA-B524-641DE36507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18CA8-4B25-3DE2-48B8-B9E358268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3769-B90C-A441-B3DC-F2121E2A3405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F45D7-A6D1-7216-6797-6062DCE21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82BEE-B1DB-6A94-2461-CAD7AC3C4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ADD4-6E4E-3648-AA5A-1864A1C3E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901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1ACD-FD15-1271-AABC-4756D5920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A49FDD-A73E-D0C3-D86A-D555A36110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E9FB3-17D9-ADA8-385A-9333FB5CF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54158-893B-7A78-3B40-730C1EBB1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3769-B90C-A441-B3DC-F2121E2A3405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FE5C7-2A92-CA57-B6D9-E01C69CAA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D5F03-4B72-A7DC-B055-D57ECC457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ADD4-6E4E-3648-AA5A-1864A1C3E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47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BF8ED-7614-D19E-51A6-F567D4498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2A36C-2FEF-B99C-5475-256858CA24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AFDA8-341B-D1AC-D672-CADF67DF7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3769-B90C-A441-B3DC-F2121E2A340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A73D1-41F7-0736-00EF-90C2B2F7A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94DF7-AF83-0EA4-F9CF-759415BA6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ADD4-6E4E-3648-AA5A-1864A1C3E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95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3E2E81-522D-52F8-F27D-5379C0C4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39953A-8F57-565D-EEEA-B747F2C50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0EF61-FA2B-D4EF-4ED0-8798EE67F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3769-B90C-A441-B3DC-F2121E2A340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13487-8CA9-9B5B-3EEF-A5C27E2C4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EC8C3-856F-82A5-B86F-466D0DD8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2ADD4-6E4E-3648-AA5A-1864A1C3E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5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789F9E-2AE1-3FC3-60D5-39B7294FB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28614-9888-0324-6A4B-7EF05EFB0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69B51-1A1B-5456-20B4-EF5F5D200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B3769-B90C-A441-B3DC-F2121E2A3405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63B5B-C25D-18D5-0EC1-16468A4A2A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5EC10-1BD6-6513-D12F-BEA324460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22ADD4-6E4E-3648-AA5A-1864A1C3E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8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E055-ACD3-E768-D375-3B3F05A24F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Organizational Intelligence Images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2F3ED-789B-837C-CFFB-90A12951FA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521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3F81-8FCC-4186-2AD8-48388096E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artoon character of a ant&#10;&#10;AI-generated content may be incorrect.">
            <a:extLst>
              <a:ext uri="{FF2B5EF4-FFF2-40B4-BE49-F238E27FC236}">
                <a16:creationId xmlns:a16="http://schemas.microsoft.com/office/drawing/2014/main" id="{0210AB6B-1350-F812-45C0-54FCAA3E1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271" t="4345" r="22623" b="9388"/>
          <a:stretch>
            <a:fillRect/>
          </a:stretch>
        </p:blipFill>
        <p:spPr>
          <a:xfrm>
            <a:off x="4857008" y="2018805"/>
            <a:ext cx="2018805" cy="383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288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</TotalTime>
  <Words>3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Organizational Intelligence Images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1</cp:revision>
  <dcterms:created xsi:type="dcterms:W3CDTF">2026-02-08T04:07:00Z</dcterms:created>
  <dcterms:modified xsi:type="dcterms:W3CDTF">2026-02-09T04:33:56Z</dcterms:modified>
</cp:coreProperties>
</file>